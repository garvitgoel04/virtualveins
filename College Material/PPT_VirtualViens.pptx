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509E62-F671-E487-3C97-65FB46370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72" y="-34771"/>
            <a:ext cx="12289971" cy="687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923"/>
            <a:ext cx="12185650" cy="6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Garvit Goel</cp:lastModifiedBy>
  <cp:revision>4</cp:revision>
  <dcterms:created xsi:type="dcterms:W3CDTF">2020-01-15T11:09:52Z</dcterms:created>
  <dcterms:modified xsi:type="dcterms:W3CDTF">2025-03-29T05:37:16Z</dcterms:modified>
</cp:coreProperties>
</file>